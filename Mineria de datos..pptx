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4" r:id="rId5"/>
    <p:sldId id="260" r:id="rId6"/>
    <p:sldId id="261" r:id="rId7"/>
    <p:sldId id="263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79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862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>
            <a:extLst>
              <a:ext uri="{FF2B5EF4-FFF2-40B4-BE49-F238E27FC236}">
                <a16:creationId xmlns:a16="http://schemas.microsoft.com/office/drawing/2014/main" id="{DB08DA41-61FB-244B-A279-91BD97CDB0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96" y="0"/>
            <a:ext cx="914280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1529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51D69CAD-EBB2-5A42-989F-E9AE1EEBA95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824" y="0"/>
            <a:ext cx="9134352" cy="6858000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19BFE3CA-17F0-3E42-92B0-C63C49C9495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2446" y="1388"/>
            <a:ext cx="9139109" cy="6855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6509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3857624" y="1"/>
            <a:ext cx="5286376" cy="2382838"/>
          </a:xfrm>
        </p:spPr>
        <p:txBody>
          <a:bodyPr>
            <a:normAutofit/>
          </a:bodyPr>
          <a:lstStyle/>
          <a:p>
            <a:r>
              <a:rPr sz="3000" dirty="0" err="1">
                <a:latin typeface="Arial" panose="020B0604020202020204" pitchFamily="34" charset="0"/>
                <a:cs typeface="Arial" panose="020B0604020202020204" pitchFamily="34" charset="0"/>
              </a:rPr>
              <a:t>Análisis</a:t>
            </a:r>
            <a:r>
              <a:rPr sz="3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dirty="0" err="1">
                <a:latin typeface="Arial" panose="020B0604020202020204" pitchFamily="34" charset="0"/>
                <a:cs typeface="Arial" panose="020B0604020202020204" pitchFamily="34" charset="0"/>
              </a:rPr>
              <a:t>Exploratorio</a:t>
            </a:r>
            <a:r>
              <a:rPr sz="3000" dirty="0"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sz="3000" dirty="0" err="1">
                <a:latin typeface="Arial" panose="020B0604020202020204" pitchFamily="34" charset="0"/>
                <a:cs typeface="Arial" panose="020B0604020202020204" pitchFamily="34" charset="0"/>
              </a:rPr>
              <a:t>Predictivo</a:t>
            </a:r>
            <a:r>
              <a:rPr sz="3000" dirty="0">
                <a:latin typeface="Arial" panose="020B0604020202020204" pitchFamily="34" charset="0"/>
                <a:cs typeface="Arial" panose="020B0604020202020204" pitchFamily="34" charset="0"/>
              </a:rPr>
              <a:t> de</a:t>
            </a:r>
            <a:r>
              <a:rPr lang="es-419" sz="3000" dirty="0">
                <a:latin typeface="Arial" panose="020B0604020202020204" pitchFamily="34" charset="0"/>
                <a:cs typeface="Arial" panose="020B0604020202020204" pitchFamily="34" charset="0"/>
              </a:rPr>
              <a:t> datos (EDA)</a:t>
            </a:r>
            <a:endParaRPr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3857624" y="2565912"/>
            <a:ext cx="5286376" cy="2733676"/>
          </a:xfrm>
        </p:spPr>
        <p:txBody>
          <a:bodyPr>
            <a:noAutofit/>
          </a:bodyPr>
          <a:lstStyle/>
          <a:p>
            <a:r>
              <a:rPr lang="es-CO" sz="25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Dataset</a:t>
            </a:r>
            <a:r>
              <a:rPr lang="es-CO" sz="2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800" dirty="0"/>
              <a:t>Bike Sharing Dataset </a:t>
            </a:r>
          </a:p>
          <a:p>
            <a:r>
              <a:rPr sz="2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Fuente: </a:t>
            </a:r>
            <a:r>
              <a:rPr lang="en-US" sz="2800" dirty="0"/>
              <a:t>UCI Machine Learning Repository</a:t>
            </a:r>
          </a:p>
          <a:p>
            <a:r>
              <a:rPr sz="25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Integrante</a:t>
            </a:r>
            <a:r>
              <a:rPr sz="2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S</a:t>
            </a:r>
            <a:r>
              <a:rPr lang="es-419" sz="25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tephan</a:t>
            </a:r>
            <a:r>
              <a:rPr lang="es-419" sz="2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Vargas Quiroga</a:t>
            </a:r>
          </a:p>
          <a:p>
            <a:r>
              <a:rPr sz="25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Noviembre</a:t>
            </a:r>
            <a:r>
              <a:rPr sz="2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>
            <a:normAutofit/>
          </a:bodyPr>
          <a:lstStyle/>
          <a:p>
            <a:r>
              <a:rPr sz="3500" dirty="0" err="1">
                <a:latin typeface="Arial" panose="020B0604020202020204" pitchFamily="34" charset="0"/>
                <a:cs typeface="Arial" panose="020B0604020202020204" pitchFamily="34" charset="0"/>
              </a:rPr>
              <a:t>Pregunta</a:t>
            </a:r>
            <a:r>
              <a:rPr sz="35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sz="3500" dirty="0" err="1">
                <a:latin typeface="Arial" panose="020B0604020202020204" pitchFamily="34" charset="0"/>
                <a:cs typeface="Arial" panose="020B0604020202020204" pitchFamily="34" charset="0"/>
              </a:rPr>
              <a:t>Investigación</a:t>
            </a:r>
            <a:endParaRPr sz="3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1600200"/>
            <a:ext cx="8229600" cy="4525963"/>
          </a:xfrm>
        </p:spPr>
        <p:txBody>
          <a:bodyPr>
            <a:normAutofit/>
          </a:bodyPr>
          <a:lstStyle/>
          <a:p>
            <a:r>
              <a:rPr lang="es-ES" sz="2800" dirty="0"/>
              <a:t>¿Cómo influye la cantidad de precipitación en la temperatura máxima y mínima diaria en Seattle, y varía esta relación según la estación del año?</a:t>
            </a:r>
          </a:p>
          <a:p>
            <a:endParaRPr lang="es-ES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s-ES" sz="1400" dirty="0"/>
              <a:t>A mayor precipitación, menor temperatura diaria, especialmente en las estaciones frías.</a:t>
            </a:r>
            <a:br>
              <a:rPr lang="es-ES" sz="1400" dirty="0"/>
            </a:br>
            <a:r>
              <a:rPr lang="es-ES" sz="1400" dirty="0"/>
              <a:t>En cambio, en verano, la precipitación tiene poco impacto sobre las variaciones térmicas debido a su baja frecuencia.</a:t>
            </a:r>
            <a:endParaRPr lang="es-E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418968" y="111238"/>
            <a:ext cx="7506586" cy="161297"/>
          </a:xfrm>
        </p:spPr>
        <p:txBody>
          <a:bodyPr>
            <a:normAutofit fontScale="90000"/>
          </a:bodyPr>
          <a:lstStyle/>
          <a:p>
            <a:r>
              <a:rPr sz="3900" dirty="0">
                <a:latin typeface="Arial" panose="020B0604020202020204" pitchFamily="34" charset="0"/>
                <a:cs typeface="Arial" panose="020B0604020202020204" pitchFamily="34" charset="0"/>
              </a:rPr>
              <a:t>Visualizaciones</a:t>
            </a:r>
            <a:r>
              <a:rPr dirty="0"/>
              <a:t> Principales 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0E85D9F-EB3A-853E-F4C0-9B98B3E8004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469" r="2926"/>
          <a:stretch>
            <a:fillRect/>
          </a:stretch>
        </p:blipFill>
        <p:spPr>
          <a:xfrm>
            <a:off x="178968" y="462358"/>
            <a:ext cx="5150116" cy="304491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A06416D7-8A0D-6AD3-2758-53318E9ABD0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40" t="3134" r="5483" b="2498"/>
          <a:stretch>
            <a:fillRect/>
          </a:stretch>
        </p:blipFill>
        <p:spPr>
          <a:xfrm>
            <a:off x="3678261" y="3399837"/>
            <a:ext cx="5062615" cy="299580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C6BE0DD1-DA70-3E7B-89C7-0CF3B739213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75" t="2022" r="4838" b="2114"/>
          <a:stretch>
            <a:fillRect/>
          </a:stretch>
        </p:blipFill>
        <p:spPr>
          <a:xfrm>
            <a:off x="-1" y="1"/>
            <a:ext cx="5003411" cy="2979174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C72CF084-E3AF-6FD4-FD8F-B398C9237BE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53" t="1756" r="2258" b="2566"/>
          <a:stretch>
            <a:fillRect/>
          </a:stretch>
        </p:blipFill>
        <p:spPr>
          <a:xfrm>
            <a:off x="2949677" y="2979175"/>
            <a:ext cx="5761703" cy="3418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7492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BFCF1E2E-224F-C917-751B-10B28932F46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11" t="2070" r="1887"/>
          <a:stretch>
            <a:fillRect/>
          </a:stretch>
        </p:blipFill>
        <p:spPr>
          <a:xfrm>
            <a:off x="-1" y="0"/>
            <a:ext cx="3991897" cy="4148382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93707EAB-2B06-BD43-6993-6EC18EF965D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74" t="1435" r="4795" b="1842"/>
          <a:stretch>
            <a:fillRect/>
          </a:stretch>
        </p:blipFill>
        <p:spPr>
          <a:xfrm>
            <a:off x="3991896" y="1652447"/>
            <a:ext cx="5152103" cy="459595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914400" y="274638"/>
            <a:ext cx="6204155" cy="620097"/>
          </a:xfrm>
        </p:spPr>
        <p:txBody>
          <a:bodyPr>
            <a:normAutofit fontScale="90000"/>
          </a:bodyPr>
          <a:lstStyle/>
          <a:p>
            <a:r>
              <a:rPr dirty="0" err="1"/>
              <a:t>Características</a:t>
            </a:r>
            <a:r>
              <a:rPr dirty="0"/>
              <a:t> </a:t>
            </a:r>
            <a:r>
              <a:rPr dirty="0" err="1"/>
              <a:t>Encontradas</a:t>
            </a:r>
            <a:r>
              <a:rPr dirty="0"/>
              <a:t> en el </a:t>
            </a:r>
            <a:r>
              <a:rPr dirty="0" err="1"/>
              <a:t>Proceso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9832" y="1354394"/>
            <a:ext cx="9065341" cy="485959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1" dirty="0"/>
              <a:t>Variables </a:t>
            </a:r>
            <a:r>
              <a:rPr lang="en-US" sz="1400" b="1" dirty="0" err="1"/>
              <a:t>principales</a:t>
            </a:r>
            <a:r>
              <a:rPr lang="en-US" sz="1400" b="1" dirty="0"/>
              <a:t>:</a:t>
            </a:r>
            <a:endParaRPr lang="en-US" sz="1400" dirty="0"/>
          </a:p>
          <a:p>
            <a:r>
              <a:rPr lang="en-US" sz="1400" dirty="0"/>
              <a:t>date: </a:t>
            </a:r>
            <a:r>
              <a:rPr lang="en-US" sz="1400" dirty="0" err="1"/>
              <a:t>fecha</a:t>
            </a:r>
            <a:r>
              <a:rPr lang="en-US" sz="1400" dirty="0"/>
              <a:t> del </a:t>
            </a:r>
            <a:r>
              <a:rPr lang="en-US" sz="1400" dirty="0" err="1"/>
              <a:t>registro</a:t>
            </a:r>
            <a:r>
              <a:rPr lang="en-US" sz="1400" dirty="0"/>
              <a:t> </a:t>
            </a:r>
            <a:r>
              <a:rPr lang="en-US" sz="1400" dirty="0" err="1"/>
              <a:t>diario</a:t>
            </a:r>
            <a:r>
              <a:rPr lang="en-US" sz="1400" dirty="0"/>
              <a:t>.</a:t>
            </a:r>
          </a:p>
          <a:p>
            <a:r>
              <a:rPr lang="en-US" sz="1400" dirty="0" err="1"/>
              <a:t>precipitación</a:t>
            </a:r>
            <a:r>
              <a:rPr lang="en-US" sz="1400" dirty="0"/>
              <a:t>: </a:t>
            </a:r>
            <a:r>
              <a:rPr lang="en-US" sz="1400" dirty="0" err="1"/>
              <a:t>cantidad</a:t>
            </a:r>
            <a:r>
              <a:rPr lang="en-US" sz="1400" dirty="0"/>
              <a:t> de </a:t>
            </a:r>
            <a:r>
              <a:rPr lang="en-US" sz="1400" dirty="0" err="1"/>
              <a:t>precipitación</a:t>
            </a:r>
            <a:r>
              <a:rPr lang="en-US" sz="1400" dirty="0"/>
              <a:t> (en </a:t>
            </a:r>
            <a:r>
              <a:rPr lang="en-US" sz="1400" dirty="0" err="1"/>
              <a:t>pulgadas</a:t>
            </a:r>
            <a:r>
              <a:rPr lang="en-US" sz="1400" dirty="0"/>
              <a:t>).</a:t>
            </a:r>
          </a:p>
          <a:p>
            <a:r>
              <a:rPr lang="en-US" sz="1400" dirty="0"/>
              <a:t>Temp max: </a:t>
            </a:r>
            <a:r>
              <a:rPr lang="en-US" sz="1400" dirty="0" err="1"/>
              <a:t>temperatura</a:t>
            </a:r>
            <a:r>
              <a:rPr lang="en-US" sz="1400" dirty="0"/>
              <a:t> </a:t>
            </a:r>
            <a:r>
              <a:rPr lang="en-US" sz="1400" dirty="0" err="1"/>
              <a:t>máxima</a:t>
            </a:r>
            <a:r>
              <a:rPr lang="en-US" sz="1400" dirty="0"/>
              <a:t> </a:t>
            </a:r>
            <a:r>
              <a:rPr lang="en-US" sz="1400" dirty="0" err="1"/>
              <a:t>diaria</a:t>
            </a:r>
            <a:endParaRPr lang="en-US" sz="1400" dirty="0"/>
          </a:p>
          <a:p>
            <a:r>
              <a:rPr lang="en-US" sz="1400" dirty="0"/>
              <a:t>Temp min: </a:t>
            </a:r>
            <a:r>
              <a:rPr lang="en-US" sz="1400" dirty="0" err="1"/>
              <a:t>temperatura</a:t>
            </a:r>
            <a:r>
              <a:rPr lang="en-US" sz="1400" dirty="0"/>
              <a:t> </a:t>
            </a:r>
            <a:r>
              <a:rPr lang="en-US" sz="1400" dirty="0" err="1"/>
              <a:t>mínima</a:t>
            </a:r>
            <a:r>
              <a:rPr lang="en-US" sz="1400" dirty="0"/>
              <a:t> </a:t>
            </a:r>
            <a:r>
              <a:rPr lang="en-US" sz="1400" dirty="0" err="1"/>
              <a:t>diaria</a:t>
            </a:r>
            <a:endParaRPr lang="en-US" sz="1400" dirty="0"/>
          </a:p>
          <a:p>
            <a:r>
              <a:rPr lang="en-US" sz="1400" dirty="0" err="1"/>
              <a:t>viento</a:t>
            </a:r>
            <a:r>
              <a:rPr lang="en-US" sz="1400" dirty="0"/>
              <a:t>: </a:t>
            </a:r>
            <a:r>
              <a:rPr lang="en-US" sz="1400" dirty="0" err="1"/>
              <a:t>velocidad</a:t>
            </a:r>
            <a:r>
              <a:rPr lang="en-US" sz="1400" dirty="0"/>
              <a:t> </a:t>
            </a:r>
            <a:r>
              <a:rPr lang="en-US" sz="1400" dirty="0" err="1"/>
              <a:t>promedio</a:t>
            </a:r>
            <a:r>
              <a:rPr lang="en-US" sz="1400" dirty="0"/>
              <a:t> del </a:t>
            </a:r>
            <a:r>
              <a:rPr lang="en-US" sz="1400" dirty="0" err="1"/>
              <a:t>viento</a:t>
            </a:r>
            <a:endParaRPr lang="en-US" sz="1400" dirty="0"/>
          </a:p>
          <a:p>
            <a:r>
              <a:rPr lang="en-US" sz="1400" dirty="0"/>
              <a:t>Tiempo: </a:t>
            </a:r>
            <a:r>
              <a:rPr lang="en-US" sz="1400" dirty="0" err="1"/>
              <a:t>tipo</a:t>
            </a:r>
            <a:r>
              <a:rPr lang="en-US" sz="1400" dirty="0"/>
              <a:t> de clima </a:t>
            </a:r>
            <a:r>
              <a:rPr lang="en-US" sz="1400" dirty="0" err="1"/>
              <a:t>categórico</a:t>
            </a:r>
            <a:r>
              <a:rPr lang="en-US" sz="1400" dirty="0"/>
              <a:t> (por </a:t>
            </a:r>
            <a:r>
              <a:rPr lang="en-US" sz="1400" dirty="0" err="1"/>
              <a:t>ejemplo</a:t>
            </a:r>
            <a:r>
              <a:rPr lang="en-US" sz="1400" dirty="0"/>
              <a:t>: </a:t>
            </a:r>
            <a:r>
              <a:rPr lang="en-US" sz="1400" i="1" dirty="0"/>
              <a:t>sol</a:t>
            </a:r>
            <a:r>
              <a:rPr lang="en-US" sz="1400" dirty="0"/>
              <a:t>, </a:t>
            </a:r>
            <a:r>
              <a:rPr lang="en-US" sz="1400" i="1" dirty="0" err="1"/>
              <a:t>lluvia</a:t>
            </a:r>
            <a:r>
              <a:rPr lang="en-US" sz="1400" dirty="0"/>
              <a:t>, </a:t>
            </a:r>
            <a:r>
              <a:rPr lang="en-US" sz="1400" i="1" dirty="0" err="1"/>
              <a:t>niebla</a:t>
            </a:r>
            <a:r>
              <a:rPr lang="en-US" sz="1400" dirty="0"/>
              <a:t>, </a:t>
            </a:r>
            <a:r>
              <a:rPr lang="en-US" sz="1400" i="1" dirty="0" err="1"/>
              <a:t>nieve</a:t>
            </a:r>
            <a:r>
              <a:rPr lang="en-US" sz="1400" dirty="0"/>
              <a:t>, </a:t>
            </a:r>
            <a:r>
              <a:rPr lang="en-US" sz="1400" i="1" dirty="0" err="1"/>
              <a:t>llovizna</a:t>
            </a:r>
            <a:r>
              <a:rPr lang="en-US" sz="1400" dirty="0"/>
              <a:t>).</a:t>
            </a:r>
          </a:p>
          <a:p>
            <a:endParaRPr lang="en-US" sz="1400" dirty="0"/>
          </a:p>
          <a:p>
            <a:pPr marL="0" indent="0">
              <a:buNone/>
            </a:pPr>
            <a:r>
              <a:rPr lang="es-ES" sz="1400" b="1" dirty="0"/>
              <a:t> Distribución del clima:</a:t>
            </a:r>
            <a:endParaRPr lang="es-ES" sz="1400" dirty="0"/>
          </a:p>
          <a:p>
            <a:r>
              <a:rPr lang="es-ES" sz="1400" dirty="0"/>
              <a:t>Los días se clasifican principalmente como </a:t>
            </a:r>
            <a:r>
              <a:rPr lang="es-ES" sz="1400" b="1" dirty="0"/>
              <a:t>“</a:t>
            </a:r>
            <a:r>
              <a:rPr lang="es-ES" sz="1400" dirty="0"/>
              <a:t>rain</a:t>
            </a:r>
            <a:r>
              <a:rPr lang="es-ES" sz="1400" b="1" dirty="0"/>
              <a:t>”</a:t>
            </a:r>
            <a:r>
              <a:rPr lang="es-ES" sz="1400" dirty="0"/>
              <a:t> o </a:t>
            </a:r>
            <a:r>
              <a:rPr lang="es-ES" sz="1400" b="1" dirty="0"/>
              <a:t>“</a:t>
            </a:r>
            <a:r>
              <a:rPr lang="es-ES" sz="1400" dirty="0" err="1"/>
              <a:t>sun</a:t>
            </a:r>
            <a:r>
              <a:rPr lang="es-ES" sz="1400" b="1" dirty="0"/>
              <a:t>”</a:t>
            </a:r>
            <a:r>
              <a:rPr lang="es-ES" sz="1400" dirty="0"/>
              <a:t>, siendo la lluvia el tipo de clima más frecuente en Seattle.</a:t>
            </a:r>
          </a:p>
          <a:p>
            <a:r>
              <a:rPr lang="es-ES" sz="1400" dirty="0"/>
              <a:t>Las condiciones de nieve y niebla (</a:t>
            </a:r>
            <a:r>
              <a:rPr lang="es-ES" sz="1400" dirty="0" err="1"/>
              <a:t>fog</a:t>
            </a:r>
            <a:r>
              <a:rPr lang="es-ES" sz="1400" dirty="0"/>
              <a:t>) son menos comunes pero aparecen en los meses de invierno.</a:t>
            </a:r>
          </a:p>
          <a:p>
            <a:pPr marL="0" indent="0">
              <a:buNone/>
            </a:pPr>
            <a:r>
              <a:rPr lang="es-ES" sz="1400" b="1" dirty="0"/>
              <a:t>Patrones observados:</a:t>
            </a:r>
            <a:endParaRPr lang="es-ES" sz="1400" dirty="0"/>
          </a:p>
          <a:p>
            <a:r>
              <a:rPr lang="es-ES" sz="1400" dirty="0"/>
              <a:t>La precipitación muestra una clara variación estacional: es más alta en invierno y más baja en verano.</a:t>
            </a:r>
          </a:p>
          <a:p>
            <a:r>
              <a:rPr lang="es-ES" sz="1400" dirty="0"/>
              <a:t>Las temperaturas máximas y mínimas tienen una fuerte correlación positiva (≈ 0.89), lo que indica que cuando los días son más cálidos, también lo son las noches.</a:t>
            </a:r>
          </a:p>
          <a:p>
            <a:r>
              <a:rPr lang="es-ES" sz="1400" dirty="0"/>
              <a:t>Existe una correlación negativa moderada entre precipitación y temperatura máxima (≈ -0.40), lo cual sugiere que los días más lluviosos tienden a ser más fríos.</a:t>
            </a:r>
          </a:p>
          <a:p>
            <a:r>
              <a:rPr lang="es-ES" sz="1400" dirty="0"/>
              <a:t>El </a:t>
            </a:r>
            <a:r>
              <a:rPr lang="es-ES" sz="1400" b="1" dirty="0"/>
              <a:t>viento</a:t>
            </a:r>
            <a:r>
              <a:rPr lang="es-ES" sz="1400" dirty="0"/>
              <a:t> tiene una correlación débil con las demás variables, aunque se incrementa levemente en días de lluvia.</a:t>
            </a:r>
          </a:p>
          <a:p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>
            <a:normAutofit/>
          </a:bodyPr>
          <a:lstStyle/>
          <a:p>
            <a:r>
              <a:rPr sz="3500" dirty="0" err="1">
                <a:latin typeface="Arial" panose="020B0604020202020204" pitchFamily="34" charset="0"/>
                <a:cs typeface="Arial" panose="020B0604020202020204" pitchFamily="34" charset="0"/>
              </a:rPr>
              <a:t>Limitaciones</a:t>
            </a:r>
            <a:r>
              <a:rPr sz="3500" dirty="0"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sz="3500" dirty="0" err="1">
                <a:latin typeface="Arial" panose="020B0604020202020204" pitchFamily="34" charset="0"/>
                <a:cs typeface="Arial" panose="020B0604020202020204" pitchFamily="34" charset="0"/>
              </a:rPr>
              <a:t>Restricciones</a:t>
            </a:r>
            <a:endParaRPr sz="3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1600200"/>
            <a:ext cx="8229600" cy="4525963"/>
          </a:xfrm>
        </p:spPr>
        <p:txBody>
          <a:bodyPr>
            <a:normAutofit/>
          </a:bodyPr>
          <a:lstStyle/>
          <a:p>
            <a:r>
              <a:rPr lang="en-US" sz="2000" dirty="0"/>
              <a:t>Cobertura temporal limitada</a:t>
            </a:r>
          </a:p>
          <a:p>
            <a:r>
              <a:rPr lang="en-US" sz="2000" dirty="0"/>
              <a:t>Ámbito geográfico reducido</a:t>
            </a:r>
          </a:p>
          <a:p>
            <a:r>
              <a:rPr lang="en-US" sz="2000" dirty="0"/>
              <a:t>Variables limitadas</a:t>
            </a:r>
          </a:p>
          <a:p>
            <a:r>
              <a:rPr lang="en-US" sz="2000" dirty="0"/>
              <a:t>Clasificación cualitativa del clima</a:t>
            </a:r>
          </a:p>
          <a:p>
            <a:r>
              <a:rPr lang="es-ES" sz="2000" dirty="0"/>
              <a:t>Posibles variaciones en la medición</a:t>
            </a:r>
            <a:endParaRPr lang="en-US" sz="2000" dirty="0"/>
          </a:p>
          <a:p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</TotalTime>
  <Words>331</Words>
  <Application>Microsoft Office PowerPoint</Application>
  <PresentationFormat>Presentación en pantalla (4:3)</PresentationFormat>
  <Paragraphs>34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Análisis Exploratorio y Predictivo de datos (EDA)</vt:lpstr>
      <vt:lpstr>Pregunta de Investigación</vt:lpstr>
      <vt:lpstr>Visualizaciones Principales </vt:lpstr>
      <vt:lpstr>Presentación de PowerPoint</vt:lpstr>
      <vt:lpstr>Presentación de PowerPoint</vt:lpstr>
      <vt:lpstr>Características Encontradas en el Proceso</vt:lpstr>
      <vt:lpstr>Limitaciones y Restricciones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Ivan Dario</dc:creator>
  <cp:keywords/>
  <dc:description>generated using python-pptx</dc:description>
  <cp:lastModifiedBy>toto vargas quiroga</cp:lastModifiedBy>
  <cp:revision>5</cp:revision>
  <dcterms:created xsi:type="dcterms:W3CDTF">2013-01-27T09:14:16Z</dcterms:created>
  <dcterms:modified xsi:type="dcterms:W3CDTF">2025-11-10T13:49:43Z</dcterms:modified>
  <cp:category/>
</cp:coreProperties>
</file>